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esh Desai" userId="9b9f2eeb-0343-4691-bd6c-3ed08d68e252" providerId="ADAL" clId="{ED6DD989-B961-4327-95E1-3DD75B25B1DA}"/>
    <pc:docChg chg="undo custSel modSld">
      <pc:chgData name="Nikesh Desai" userId="9b9f2eeb-0343-4691-bd6c-3ed08d68e252" providerId="ADAL" clId="{ED6DD989-B961-4327-95E1-3DD75B25B1DA}" dt="2026-06-29T00:30:25.377" v="50" actId="1076"/>
      <pc:docMkLst>
        <pc:docMk/>
      </pc:docMkLst>
      <pc:sldChg chg="delSp modSp mod">
        <pc:chgData name="Nikesh Desai" userId="9b9f2eeb-0343-4691-bd6c-3ed08d68e252" providerId="ADAL" clId="{ED6DD989-B961-4327-95E1-3DD75B25B1DA}" dt="2026-06-29T00:30:25.377" v="50" actId="1076"/>
        <pc:sldMkLst>
          <pc:docMk/>
          <pc:sldMk cId="0" sldId="256"/>
        </pc:sldMkLst>
        <pc:spChg chg="mod">
          <ac:chgData name="Nikesh Desai" userId="9b9f2eeb-0343-4691-bd6c-3ed08d68e252" providerId="ADAL" clId="{ED6DD989-B961-4327-95E1-3DD75B25B1DA}" dt="2026-06-29T00:26:57.415" v="1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Nikesh Desai" userId="9b9f2eeb-0343-4691-bd6c-3ed08d68e252" providerId="ADAL" clId="{ED6DD989-B961-4327-95E1-3DD75B25B1DA}" dt="2026-06-29T00:28:03.043" v="22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8:27.562" v="24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7:58.415" v="2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7:16.254" v="7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7:26.030" v="8" actId="1076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Nikesh Desai" userId="9b9f2eeb-0343-4691-bd6c-3ed08d68e252" providerId="ADAL" clId="{ED6DD989-B961-4327-95E1-3DD75B25B1DA}" dt="2026-06-29T00:27:36.760" v="11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Nikesh Desai" userId="9b9f2eeb-0343-4691-bd6c-3ed08d68e252" providerId="ADAL" clId="{ED6DD989-B961-4327-95E1-3DD75B25B1DA}" dt="2026-06-29T00:27:02.310" v="3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Nikesh Desai" userId="9b9f2eeb-0343-4691-bd6c-3ed08d68e252" providerId="ADAL" clId="{ED6DD989-B961-4327-95E1-3DD75B25B1DA}" dt="2026-06-29T00:27:03.550" v="4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9:58.584" v="45" actId="14100"/>
          <ac:spMkLst>
            <pc:docMk/>
            <pc:sldMk cId="0" sldId="256"/>
            <ac:spMk id="15" creationId="{00000000-0000-0000-0000-000000000000}"/>
          </ac:spMkLst>
        </pc:spChg>
        <pc:spChg chg="del">
          <ac:chgData name="Nikesh Desai" userId="9b9f2eeb-0343-4691-bd6c-3ed08d68e252" providerId="ADAL" clId="{ED6DD989-B961-4327-95E1-3DD75B25B1DA}" dt="2026-06-29T00:28:36.019" v="25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8:47.175" v="28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30:25.377" v="50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9:05.232" v="32" actId="1076"/>
          <ac:spMkLst>
            <pc:docMk/>
            <pc:sldMk cId="0" sldId="256"/>
            <ac:spMk id="19" creationId="{00000000-0000-0000-0000-000000000000}"/>
          </ac:spMkLst>
        </pc:spChg>
        <pc:spChg chg="del">
          <ac:chgData name="Nikesh Desai" userId="9b9f2eeb-0343-4691-bd6c-3ed08d68e252" providerId="ADAL" clId="{ED6DD989-B961-4327-95E1-3DD75B25B1DA}" dt="2026-06-29T00:28:40.943" v="26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9:11.015" v="33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Nikesh Desai" userId="9b9f2eeb-0343-4691-bd6c-3ed08d68e252" providerId="ADAL" clId="{ED6DD989-B961-4327-95E1-3DD75B25B1DA}" dt="2026-06-29T00:29:14.365" v="35" actId="27636"/>
          <ac:spMkLst>
            <pc:docMk/>
            <pc:sldMk cId="0" sldId="256"/>
            <ac:spMk id="22" creationId="{00000000-0000-0000-0000-000000000000}"/>
          </ac:spMkLst>
        </pc:spChg>
        <pc:spChg chg="del">
          <ac:chgData name="Nikesh Desai" userId="9b9f2eeb-0343-4691-bd6c-3ed08d68e252" providerId="ADAL" clId="{ED6DD989-B961-4327-95E1-3DD75B25B1DA}" dt="2026-06-29T00:28:42.672" v="27" actId="478"/>
          <ac:spMkLst>
            <pc:docMk/>
            <pc:sldMk cId="0" sldId="256"/>
            <ac:spMk id="24" creationId="{00000000-0000-0000-0000-000000000000}"/>
          </ac:spMkLst>
        </pc:spChg>
        <pc:picChg chg="del">
          <ac:chgData name="Nikesh Desai" userId="9b9f2eeb-0343-4691-bd6c-3ed08d68e252" providerId="ADAL" clId="{ED6DD989-B961-4327-95E1-3DD75B25B1DA}" dt="2026-06-29T00:27:00.033" v="2" actId="478"/>
          <ac:picMkLst>
            <pc:docMk/>
            <pc:sldMk cId="0" sldId="256"/>
            <ac:picMk id="1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green background fiel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PRISM intro band"/>
          <p:cNvSpPr/>
          <p:nvPr/>
        </p:nvSpPr>
        <p:spPr>
          <a:xfrm>
            <a:off x="0" y="0"/>
            <a:ext cx="4381499" cy="6858000"/>
          </a:xfrm>
          <a:prstGeom prst="rect">
            <a:avLst/>
          </a:prstGeom>
          <a:solidFill>
            <a:srgbClr val="0161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me accent slab"/>
          <p:cNvSpPr/>
          <p:nvPr/>
        </p:nvSpPr>
        <p:spPr>
          <a:xfrm>
            <a:off x="3505199" y="0"/>
            <a:ext cx="876299" cy="6858000"/>
          </a:xfrm>
          <a:prstGeom prst="rect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ottom pulse line"/>
          <p:cNvSpPr/>
          <p:nvPr/>
        </p:nvSpPr>
        <p:spPr>
          <a:xfrm>
            <a:off x="0" y="6400800"/>
            <a:ext cx="4381499" cy="127000"/>
          </a:xfrm>
          <a:prstGeom prst="rect">
            <a:avLst/>
          </a:prstGeom>
          <a:solidFill>
            <a:srgbClr val="22C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lide number"/>
          <p:cNvSpPr txBox="1"/>
          <p:nvPr/>
        </p:nvSpPr>
        <p:spPr>
          <a:xfrm>
            <a:off x="11576048" y="279399"/>
            <a:ext cx="380999" cy="2159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02</a:t>
            </a:r>
          </a:p>
        </p:txBody>
      </p:sp>
      <p:sp>
        <p:nvSpPr>
          <p:cNvPr id="8" name="Hero title"/>
          <p:cNvSpPr txBox="1"/>
          <p:nvPr/>
        </p:nvSpPr>
        <p:spPr>
          <a:xfrm>
            <a:off x="469899" y="920750"/>
            <a:ext cx="2984499" cy="1460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78000"/>
              </a:lnSpc>
              <a:defRPr sz="54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Intro</a:t>
            </a:r>
            <a:endParaRPr dirty="0"/>
          </a:p>
        </p:txBody>
      </p:sp>
      <p:sp>
        <p:nvSpPr>
          <p:cNvPr id="9" name="Hero subhead"/>
          <p:cNvSpPr txBox="1"/>
          <p:nvPr/>
        </p:nvSpPr>
        <p:spPr>
          <a:xfrm>
            <a:off x="495299" y="2416175"/>
            <a:ext cx="2730499" cy="5588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>
              <a:lnSpc>
                <a:spcPct val="100000"/>
              </a:lnSpc>
              <a:defRPr sz="2000" b="0">
                <a:solidFill>
                  <a:srgbClr val="FFFFFF"/>
                </a:solidFill>
                <a:latin typeface="Arial"/>
              </a:defRPr>
            </a:pPr>
            <a:r>
              <a:rPr dirty="0"/>
              <a:t>Data science, tennis,</a:t>
            </a:r>
          </a:p>
          <a:p>
            <a:pPr algn="l">
              <a:lnSpc>
                <a:spcPct val="100000"/>
              </a:lnSpc>
              <a:defRPr sz="2000" b="0">
                <a:solidFill>
                  <a:srgbClr val="FFFFFF"/>
                </a:solidFill>
                <a:latin typeface="Arial"/>
              </a:defRPr>
            </a:pPr>
            <a:r>
              <a:rPr dirty="0"/>
              <a:t>and geometric modern art.</a:t>
            </a:r>
          </a:p>
        </p:txBody>
      </p:sp>
      <p:sp>
        <p:nvSpPr>
          <p:cNvPr id="10" name="Small lime rule"/>
          <p:cNvSpPr/>
          <p:nvPr/>
        </p:nvSpPr>
        <p:spPr>
          <a:xfrm>
            <a:off x="565149" y="3181350"/>
            <a:ext cx="1396999" cy="63500"/>
          </a:xfrm>
          <a:prstGeom prst="roundRect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rofile card 01"/>
          <p:cNvSpPr/>
          <p:nvPr/>
        </p:nvSpPr>
        <p:spPr>
          <a:xfrm>
            <a:off x="4775199" y="3835400"/>
            <a:ext cx="2768601" cy="16637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FF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rofile heading 01"/>
          <p:cNvSpPr txBox="1"/>
          <p:nvPr/>
        </p:nvSpPr>
        <p:spPr>
          <a:xfrm>
            <a:off x="4940299" y="3949700"/>
            <a:ext cx="1587499" cy="40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50A08"/>
                </a:solidFill>
                <a:latin typeface="Arial"/>
              </a:defRPr>
            </a:pPr>
            <a:r>
              <a:rPr dirty="0"/>
              <a:t>Education</a:t>
            </a:r>
          </a:p>
        </p:txBody>
      </p:sp>
      <p:sp>
        <p:nvSpPr>
          <p:cNvPr id="18" name="Profile body 01"/>
          <p:cNvSpPr txBox="1"/>
          <p:nvPr/>
        </p:nvSpPr>
        <p:spPr>
          <a:xfrm>
            <a:off x="4895849" y="4508499"/>
            <a:ext cx="2647951" cy="1142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546058"/>
                </a:solidFill>
                <a:latin typeface="Arial"/>
              </a:defRPr>
            </a:pPr>
            <a:r>
              <a:rPr sz="1400" dirty="0"/>
              <a:t>Bates College: Math + Econ</a:t>
            </a:r>
          </a:p>
          <a:p>
            <a:pPr algn="l">
              <a:lnSpc>
                <a:spcPct val="100000"/>
              </a:lnSpc>
              <a:defRPr sz="1350" b="0">
                <a:solidFill>
                  <a:srgbClr val="546058"/>
                </a:solidFill>
                <a:latin typeface="Arial"/>
              </a:defRPr>
            </a:pPr>
            <a:r>
              <a:rPr sz="1400" dirty="0"/>
              <a:t>UPenn: Data Science + AI</a:t>
            </a:r>
          </a:p>
        </p:txBody>
      </p:sp>
      <p:sp>
        <p:nvSpPr>
          <p:cNvPr id="19" name="Profile card 02"/>
          <p:cNvSpPr/>
          <p:nvPr/>
        </p:nvSpPr>
        <p:spPr>
          <a:xfrm>
            <a:off x="7645400" y="1435100"/>
            <a:ext cx="1993899" cy="1663700"/>
          </a:xfrm>
          <a:prstGeom prst="roundRect">
            <a:avLst/>
          </a:prstGeom>
          <a:solidFill>
            <a:srgbClr val="016101"/>
          </a:solidFill>
          <a:ln w="25400">
            <a:solidFill>
              <a:srgbClr val="22C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ofile heading 02"/>
          <p:cNvSpPr txBox="1"/>
          <p:nvPr/>
        </p:nvSpPr>
        <p:spPr>
          <a:xfrm>
            <a:off x="8051800" y="1570567"/>
            <a:ext cx="1587499" cy="40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rPr dirty="0"/>
              <a:t>Athletics</a:t>
            </a:r>
          </a:p>
        </p:txBody>
      </p:sp>
      <p:sp>
        <p:nvSpPr>
          <p:cNvPr id="22" name="Profile body 02"/>
          <p:cNvSpPr txBox="1"/>
          <p:nvPr/>
        </p:nvSpPr>
        <p:spPr>
          <a:xfrm>
            <a:off x="7835900" y="2051050"/>
            <a:ext cx="1574799" cy="5969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FFFFFF"/>
                </a:solidFill>
                <a:latin typeface="Arial"/>
              </a:defRPr>
            </a:pPr>
            <a:r>
              <a:rPr dirty="0"/>
              <a:t>Varsity tennis at Bates</a:t>
            </a:r>
          </a:p>
          <a:p>
            <a:pPr algn="l">
              <a:lnSpc>
                <a:spcPct val="100000"/>
              </a:lnSpc>
              <a:defRPr sz="1350" b="0">
                <a:solidFill>
                  <a:srgbClr val="FFFFFF"/>
                </a:solidFill>
                <a:latin typeface="Arial"/>
              </a:defRPr>
            </a:pPr>
            <a:r>
              <a:rPr dirty="0"/>
              <a:t>Competitive, team-first mindset</a:t>
            </a:r>
          </a:p>
        </p:txBody>
      </p:sp>
      <p:sp>
        <p:nvSpPr>
          <p:cNvPr id="23" name="Profile card 03"/>
          <p:cNvSpPr/>
          <p:nvPr/>
        </p:nvSpPr>
        <p:spPr>
          <a:xfrm>
            <a:off x="9245599" y="3835400"/>
            <a:ext cx="1993899" cy="16637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FF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ofile heading 03"/>
          <p:cNvSpPr txBox="1"/>
          <p:nvPr/>
        </p:nvSpPr>
        <p:spPr>
          <a:xfrm>
            <a:off x="9410699" y="4216400"/>
            <a:ext cx="1587499" cy="40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50A08"/>
                </a:solidFill>
                <a:latin typeface="Arial"/>
              </a:defRPr>
            </a:pPr>
            <a:r>
              <a:t>Creative Work</a:t>
            </a:r>
          </a:p>
        </p:txBody>
      </p:sp>
      <p:sp>
        <p:nvSpPr>
          <p:cNvPr id="26" name="Profile body 03"/>
          <p:cNvSpPr txBox="1"/>
          <p:nvPr/>
        </p:nvSpPr>
        <p:spPr>
          <a:xfrm>
            <a:off x="9410699" y="4686300"/>
            <a:ext cx="1574799" cy="596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546058"/>
                </a:solidFill>
                <a:latin typeface="Arial"/>
              </a:defRPr>
            </a:pPr>
            <a:r>
              <a:t>Cubism / Geometric Modern Art</a:t>
            </a:r>
          </a:p>
          <a:p>
            <a:pPr algn="l">
              <a:lnSpc>
                <a:spcPct val="100000"/>
              </a:lnSpc>
              <a:defRPr sz="1350" b="0">
                <a:solidFill>
                  <a:srgbClr val="546058"/>
                </a:solidFill>
                <a:latin typeface="Arial"/>
              </a:defRPr>
            </a:pPr>
            <a:r>
              <a:t>Independent art business</a:t>
            </a:r>
          </a:p>
        </p:txBody>
      </p:sp>
      <p:sp>
        <p:nvSpPr>
          <p:cNvPr id="27" name="Art business panel"/>
          <p:cNvSpPr/>
          <p:nvPr/>
        </p:nvSpPr>
        <p:spPr>
          <a:xfrm>
            <a:off x="4775199" y="5715000"/>
            <a:ext cx="6553199" cy="787400"/>
          </a:xfrm>
          <a:prstGeom prst="roundRect">
            <a:avLst/>
          </a:prstGeom>
          <a:solidFill>
            <a:srgbClr val="05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rt panel accent"/>
          <p:cNvSpPr/>
          <p:nvPr/>
        </p:nvSpPr>
        <p:spPr>
          <a:xfrm>
            <a:off x="4775199" y="5715000"/>
            <a:ext cx="88899" cy="787400"/>
          </a:xfrm>
          <a:prstGeom prst="rect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Art portfolio strip" descr="ppt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299" y="5715000"/>
            <a:ext cx="1689099" cy="787400"/>
          </a:xfrm>
          <a:prstGeom prst="rect">
            <a:avLst/>
          </a:prstGeom>
        </p:spPr>
      </p:pic>
      <p:sp>
        <p:nvSpPr>
          <p:cNvPr id="30" name="Art panel title"/>
          <p:cNvSpPr txBox="1"/>
          <p:nvPr/>
        </p:nvSpPr>
        <p:spPr>
          <a:xfrm>
            <a:off x="5003799" y="5867399"/>
            <a:ext cx="2666999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Arial"/>
              </a:defRPr>
            </a:pPr>
            <a:r>
              <a:t>Independent art business</a:t>
            </a:r>
          </a:p>
        </p:txBody>
      </p:sp>
      <p:sp>
        <p:nvSpPr>
          <p:cNvPr id="31" name="Art panel body"/>
          <p:cNvSpPr txBox="1"/>
          <p:nvPr/>
        </p:nvSpPr>
        <p:spPr>
          <a:xfrm>
            <a:off x="5003799" y="6134100"/>
            <a:ext cx="4190999" cy="33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FFFFFF"/>
                </a:solidFill>
                <a:latin typeface="Arial"/>
              </a:defRPr>
            </a:pPr>
            <a:r>
              <a:rPr dirty="0"/>
              <a:t>Paints in a Cubism / Geometric Modern Art style, bringing</a:t>
            </a:r>
          </a:p>
          <a:p>
            <a:pPr algn="l">
              <a:lnSpc>
                <a:spcPct val="100000"/>
              </a:lnSpc>
              <a:defRPr sz="1250" b="0">
                <a:solidFill>
                  <a:srgbClr val="FFFFFF"/>
                </a:solidFill>
                <a:latin typeface="Arial"/>
              </a:defRPr>
            </a:pPr>
            <a:r>
              <a:rPr dirty="0"/>
              <a:t>a visual systems lens to analytical work.</a:t>
            </a:r>
          </a:p>
        </p:txBody>
      </p:sp>
      <p:sp>
        <p:nvSpPr>
          <p:cNvPr id="32" name="Data dot 1"/>
          <p:cNvSpPr/>
          <p:nvPr/>
        </p:nvSpPr>
        <p:spPr>
          <a:xfrm>
            <a:off x="11544299" y="3949700"/>
            <a:ext cx="63499" cy="63500"/>
          </a:xfrm>
          <a:prstGeom prst="ellipse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ata dot 2"/>
          <p:cNvSpPr/>
          <p:nvPr/>
        </p:nvSpPr>
        <p:spPr>
          <a:xfrm>
            <a:off x="11544299" y="4165600"/>
            <a:ext cx="63499" cy="63500"/>
          </a:xfrm>
          <a:prstGeom prst="ellipse">
            <a:avLst/>
          </a:prstGeom>
          <a:solidFill>
            <a:srgbClr val="22C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ata dot 3"/>
          <p:cNvSpPr/>
          <p:nvPr/>
        </p:nvSpPr>
        <p:spPr>
          <a:xfrm>
            <a:off x="11544299" y="4381499"/>
            <a:ext cx="63499" cy="63500"/>
          </a:xfrm>
          <a:prstGeom prst="ellipse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ata dot 4"/>
          <p:cNvSpPr/>
          <p:nvPr/>
        </p:nvSpPr>
        <p:spPr>
          <a:xfrm>
            <a:off x="11544299" y="4597400"/>
            <a:ext cx="63499" cy="63500"/>
          </a:xfrm>
          <a:prstGeom prst="ellipse">
            <a:avLst/>
          </a:prstGeom>
          <a:solidFill>
            <a:srgbClr val="22C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ata dot 5"/>
          <p:cNvSpPr/>
          <p:nvPr/>
        </p:nvSpPr>
        <p:spPr>
          <a:xfrm>
            <a:off x="11544299" y="4813300"/>
            <a:ext cx="63499" cy="63500"/>
          </a:xfrm>
          <a:prstGeom prst="ellipse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ata dot 6"/>
          <p:cNvSpPr/>
          <p:nvPr/>
        </p:nvSpPr>
        <p:spPr>
          <a:xfrm>
            <a:off x="11544299" y="5029200"/>
            <a:ext cx="63499" cy="63500"/>
          </a:xfrm>
          <a:prstGeom prst="ellipse">
            <a:avLst/>
          </a:prstGeom>
          <a:solidFill>
            <a:srgbClr val="22C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ata dot 7"/>
          <p:cNvSpPr/>
          <p:nvPr/>
        </p:nvSpPr>
        <p:spPr>
          <a:xfrm>
            <a:off x="11544299" y="5245100"/>
            <a:ext cx="63499" cy="63500"/>
          </a:xfrm>
          <a:prstGeom prst="ellipse">
            <a:avLst/>
          </a:prstGeom>
          <a:solidFill>
            <a:srgbClr val="AAE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ata dot 8"/>
          <p:cNvSpPr/>
          <p:nvPr/>
        </p:nvSpPr>
        <p:spPr>
          <a:xfrm>
            <a:off x="11544299" y="5461000"/>
            <a:ext cx="63499" cy="63500"/>
          </a:xfrm>
          <a:prstGeom prst="ellipse">
            <a:avLst/>
          </a:prstGeom>
          <a:solidFill>
            <a:srgbClr val="22C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Nikesh Desai</cp:lastModifiedBy>
  <cp:revision>1</cp:revision>
  <dcterms:created xsi:type="dcterms:W3CDTF">2013-01-27T09:14:16Z</dcterms:created>
  <dcterms:modified xsi:type="dcterms:W3CDTF">2026-06-29T00:30:43Z</dcterms:modified>
  <cp:category/>
</cp:coreProperties>
</file>